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1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02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774" y="0"/>
            <a:ext cx="10953403" cy="6858000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356125" y="304261"/>
            <a:ext cx="6298207" cy="121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DOCUMENT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3356125" y="578096"/>
            <a:ext cx="6298207" cy="4152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사용자·관리자 화면설계서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90215" y="1175922"/>
            <a:ext cx="608522" cy="22820"/>
          </a:xfrm>
          <a:prstGeom prst="rect">
            <a:avLst/>
          </a:prstGeom>
          <a:solidFill>
            <a:srgbClr val="ADB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56125" y="1381298"/>
            <a:ext cx="5750537" cy="4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위치 확인 서비스 '안심맵'의 프론트엔드 전체 프로세스 화면설계서. 로그인·온보딩, 부모님, 가족, 관리자 4개 플로우의 모든 화면과 서브상태를 실제 구현 화면 캡처 기반으로 문서화한다.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56125" y="2096312"/>
            <a:ext cx="5476702" cy="1399602"/>
          </a:xfrm>
          <a:prstGeom prst="rect">
            <a:avLst/>
          </a:prstGeom>
          <a:solidFill>
            <a:srgbClr val="F8F9F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1928" y="23321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(Ansimmap)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155328" y="23321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Type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(Wireframe)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591928" y="26820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v2.0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155328" y="26820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2026-06-17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591928" y="30319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Screens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155328" y="3031915"/>
            <a:ext cx="2563781" cy="22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 캡처)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356125" y="3800175"/>
            <a:ext cx="6298207" cy="1445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ED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List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56125" y="4066403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62617" y="4127256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17296" y="4066403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23787" y="4127256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회원가입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56125" y="4347845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62617" y="4408697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1단계 (환영)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17296" y="4347845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23787" y="4408697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2단계 (초대 코드)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56125" y="4629287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62617" y="4690139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3단계 (위치정보 동의)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17296" y="4629287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23787" y="4690139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4단계 (완료)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56125" y="4910728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62617" y="4971581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그룹 생성·참여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296" y="4910728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3787" y="4971581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메인 (SOS)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356125" y="5192170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62617" y="5253022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설정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17296" y="5192170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23787" y="5253022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음성 채팅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56125" y="5473612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62617" y="5534464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메인 (실시간 지도)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17296" y="5473612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23787" y="5534464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위치 이력 조회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56125" y="5755053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62617" y="5815905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채팅방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17296" y="5755053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23787" y="5815905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안전 구역 설정 (지오펜싱)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356125" y="6036495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462617" y="6097347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설정 (구성원·알림·계정)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117296" y="6036495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23787" y="6097347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회원 및 그룹 관리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356125" y="6317936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462617" y="6378789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SMS/알림톡 발송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17296" y="6317936"/>
            <a:ext cx="2715531" cy="2358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23787" y="6378789"/>
            <a:ext cx="2638325" cy="11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통계 대시보드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370784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59866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598662" y="338804"/>
            <a:ext cx="482161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(login 탭)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303242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303242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54493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5783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1517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98020" y="880891"/>
            <a:ext cx="201432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69348" y="937953"/>
            <a:ext cx="1871671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57832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15177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98020" y="1094873"/>
            <a:ext cx="2014325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69348" y="1151934"/>
            <a:ext cx="1871671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로고와 서비스명 '부모님 위치 확인 서비스'.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앱 진입 시 항상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로고 SVG + 서비스명 텍스트 렌더링.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57832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315177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탭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98020" y="1729685"/>
            <a:ext cx="2014325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69348" y="1786747"/>
            <a:ext cx="1871671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로그인·회원가입 모드 전환 세그먼트 탭. 로그인 탭 활성 상태(앱 기본 탭은 회원가입).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모드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탭 흰색 active 스타일.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전환 시 하단 폼 페이드-인/아웃.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전환 시 입력값 초기화.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749664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806726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749664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806726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749664"/>
            <a:ext cx="457832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806726"/>
            <a:ext cx="315177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 입력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98020" y="2749664"/>
            <a:ext cx="2014325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69348" y="2806726"/>
            <a:ext cx="1871671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식별자. 자동 하이픈 포맷.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숫자 11자리(010 시작), 자동 '-' 삽입.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010-XXXX-XXXX.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형식 오류 시 필드 하단 에러 메시지.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/api/auth/login { phone }.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641254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698316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641254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698316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641254"/>
            <a:ext cx="45783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698316"/>
            <a:ext cx="31517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안내 배너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98020" y="3641254"/>
            <a:ext cx="2014325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69348" y="3698316"/>
            <a:ext cx="1871671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미가입 번호 안내. 회원가입 유도.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 탭 선택 시만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147677"/>
            <a:ext cx="273941" cy="1148368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204739"/>
            <a:ext cx="172378" cy="1034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147677"/>
            <a:ext cx="427963" cy="1148368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204739"/>
            <a:ext cx="285309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147677"/>
            <a:ext cx="457832" cy="1148368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204739"/>
            <a:ext cx="315177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98020" y="4147677"/>
            <a:ext cx="2014325" cy="1148368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69348" y="4204739"/>
            <a:ext cx="1871671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실행 기본 CTA.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 10자리 이상 시 활성. 처리 중 '처리 중…'.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미가입/오류 시 상단 danger 배너.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 성공 사용자 활동이 관리자 통계 대시보드 DAU에 집계.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/api/auth/login → JWT 발급, GET /api/auth/me.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5296046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5353107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5296046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5353107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OAuth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5296046"/>
            <a:ext cx="457832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5353107"/>
            <a:ext cx="315177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로그인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098020" y="5296046"/>
            <a:ext cx="2014325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169348" y="5353107"/>
            <a:ext cx="1871671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계정 기반 소셜 로그인. (데모 둘러보기 버튼은 DEMO_ENABLED 시에만 노출.)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Google 버튼 탭 → OAuth 플로우.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취소/오류 시 로그인 실패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/api/auth/google { id_token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512137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512137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272470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272470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35449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35449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15124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15124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29247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29247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1973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1973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4253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646140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646140" y="338804"/>
            <a:ext cx="618145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(register 탭)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46896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46896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4508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7376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3111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13957" y="880891"/>
            <a:ext cx="199838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85285" y="937953"/>
            <a:ext cx="185573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73769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3111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탭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13957" y="1094873"/>
            <a:ext cx="1998388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85285" y="1151934"/>
            <a:ext cx="1855733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모드 활성 상태.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회원가입 탭 active, 역할·약관 영역 노출.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73769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33111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 입력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13957" y="1729685"/>
            <a:ext cx="199838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85285" y="1786747"/>
            <a:ext cx="1855733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식별자. 자동 하이픈 포맷.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숫자 11자리(010 시작).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형식 오류 시 에러 메시지.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473769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331114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선택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13957" y="2364497"/>
            <a:ext cx="1998388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85285" y="2421559"/>
            <a:ext cx="18557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/ 가족 자녀 단일 선택 라디오 카드.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단일 선택 필수. 기본 미선택.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카드 green active 테두리.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미선택 시 CTA 비활성.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127698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18476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127698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18476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127698"/>
            <a:ext cx="47376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184760"/>
            <a:ext cx="331114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동의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13957" y="3127698"/>
            <a:ext cx="199838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85285" y="3184760"/>
            <a:ext cx="18557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개인정보처리방침 동의 체크 + 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체크박스 동의/철회.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CTA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미동의 시 CTA 비활성.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890899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947961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890899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947961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890899"/>
            <a:ext cx="473769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947961"/>
            <a:ext cx="331114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동의하고 시작하기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113957" y="3890899"/>
            <a:ext cx="1998388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85285" y="3947961"/>
            <a:ext cx="1855733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실행 CTA.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번호·역할·동의 충족 시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가입 완료 시 관리자 '회원 및 그룹 관리' 목록에 신규 회원 자동 등록.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/api/auth/register { phone, role, consent }.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282455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282455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36733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36733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452927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452927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532101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532101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593442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593442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95137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1단계 (환영)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15785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15785" y="338804"/>
            <a:ext cx="95996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step1)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35845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35845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273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8307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54041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323258" y="880891"/>
            <a:ext cx="1789087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94585" y="937953"/>
            <a:ext cx="164643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323258" y="1094873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94585" y="1151934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'안심맵 온보딩' 타이틀. 1단계는 뒤로가기 없음.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전 단계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83070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54041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표시 (N/4)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323258" y="1601296"/>
            <a:ext cx="1789087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94585" y="1658358"/>
            <a:ext cx="16464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단계 Pill + 4분할 진행 바.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현재 단계까지 brand 색 채움.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단계 전환 시 바 채움 애니메이션(0.3s).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환영 일러스트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323258" y="2364497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94585" y="2421559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 친화 이모지 + 환영 문구.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1단계에서만 표시.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242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683070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540415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323258" y="2870920"/>
            <a:ext cx="1789087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94585" y="2927982"/>
            <a:ext cx="1646433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목적·소요 단계(4단계) 안내.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227556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28461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227556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28461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227556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284618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323258" y="3227556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94585" y="3284618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2단계로 진행.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다음 단계 슬라이드-인.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518145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518145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148360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148360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270330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270330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121091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2단계 (초대 코드)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41469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341469" y="338804"/>
            <a:ext cx="97585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step2)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75348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75348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23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3944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29678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79631" y="880891"/>
            <a:ext cx="2032714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50958" y="937953"/>
            <a:ext cx="189006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39442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296788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뒤로가기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79631" y="1094873"/>
            <a:ext cx="2032714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50958" y="1151934"/>
            <a:ext cx="1890060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2단계부터 좌측 뒤로가기 노출.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2단계 이상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 단계.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39442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296788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79631" y="1729685"/>
            <a:ext cx="2032714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50958" y="1786747"/>
            <a:ext cx="1890060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자녀에게 받은 가족 초대 코드 입력 안내.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39442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296788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 입력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79631" y="2107719"/>
            <a:ext cx="2032714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50958" y="2164781"/>
            <a:ext cx="1890060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6자리 영숫자 모노스페이스 대형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A-Z·0-9 6자리, 자동 대문자 변환.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6자리 충족 시 다음 버튼 활성.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742531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799593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742531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799593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742531"/>
            <a:ext cx="439442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799593"/>
            <a:ext cx="296788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안내 배너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79631" y="2742531"/>
            <a:ext cx="2032714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50958" y="2799593"/>
            <a:ext cx="1890060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발급 경로 안내(가족이 그룹 생성 시).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120566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177627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120566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177627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120566"/>
            <a:ext cx="43944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177627"/>
            <a:ext cx="296788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79631" y="3120566"/>
            <a:ext cx="2032714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50958" y="3177627"/>
            <a:ext cx="189006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진행.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 6자리 미만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 코드는 4단계 완료 시 그룹 참여(POST /api/groups/join)에 사용.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72611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72611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5178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5178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142712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 (위치정보 동의)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52948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529483" y="338804"/>
            <a:ext cx="979061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step3)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66614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66614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579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79039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64774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430583" y="880891"/>
            <a:ext cx="168176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01911" y="937953"/>
            <a:ext cx="153910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79039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64774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 동의 경고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430583" y="1094873"/>
            <a:ext cx="168176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1911" y="1151934"/>
            <a:ext cx="153910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'부모님 직접 조작 필수' 법적 경고 박스.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3단계 표시. 위치정보법 준수 고지.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1034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790395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647740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위치정보 수집·이용 및 제3자 제공 동의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430583" y="1601296"/>
            <a:ext cx="1681762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1911" y="1658358"/>
            <a:ext cx="1539107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핵심 필수 동의.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체크박스 동의/철회.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CTA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미동의 시 CTA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POST /api/location/consent { required, version }.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749664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806726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749664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806726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749664"/>
            <a:ext cx="790395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806726"/>
            <a:ext cx="64774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[선택] 혜택·알림 수신 동의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430583" y="2749664"/>
            <a:ext cx="168176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01911" y="2806726"/>
            <a:ext cx="153910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선택 동의.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체크.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consent 페이로드 marketingConsent 포함.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512865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569927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512865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569927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512865"/>
            <a:ext cx="790395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569927"/>
            <a:ext cx="64774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전문 보기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430583" y="3512865"/>
            <a:ext cx="168176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501911" y="3569927"/>
            <a:ext cx="153910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전문 토스트/페이지 링크.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약관 전문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019288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076350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019288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076350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019288"/>
            <a:ext cx="790395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076350"/>
            <a:ext cx="647740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시작하기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430583" y="4019288"/>
            <a:ext cx="1681762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501911" y="4076350"/>
            <a:ext cx="1539107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위치 권한 시트 오픈.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필수 동의 시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하단 권한 BottomSheet 슬라이드업.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권한 거부 시 permDenied 상태로 4단계 진행.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294581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294581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3373777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3373777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79460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79460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97431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4단계 (완료)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3573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35734" y="338804"/>
            <a:ext cx="979702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step4)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72957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72957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2917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1820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7555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58395" y="880891"/>
            <a:ext cx="185395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9722" y="937953"/>
            <a:ext cx="171129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1820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7555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바 (4/4)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58395" y="1094873"/>
            <a:ext cx="185395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9722" y="1151934"/>
            <a:ext cx="171129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단계 완료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4분할 모두 채움.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18206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75552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 일러스트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58395" y="1601296"/>
            <a:ext cx="1853950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29722" y="1658358"/>
            <a:ext cx="1711296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완료 체크 서클.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1979330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03639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1979330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03639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1979330"/>
            <a:ext cx="61820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036392"/>
            <a:ext cx="47555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안내 문구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58395" y="1979330"/>
            <a:ext cx="185395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29722" y="2036392"/>
            <a:ext cx="171129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위치 확인 가능 + SOS 안내.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위치 권한 거부 시 경고 배너 추가 표시.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485753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542815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485753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542815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485753"/>
            <a:ext cx="618206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542815"/>
            <a:ext cx="475552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시작하기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58395" y="2485753"/>
            <a:ext cx="1853950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29722" y="2542815"/>
            <a:ext cx="1711296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메인(SCR-003)으로 진입.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onboarded 저장, 메인 슬라이드-인.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 코드로 그룹 참여 연계(POST /api/groups/join).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4518145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18145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4111580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11580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3298449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3298449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3343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515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4418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4418" y="328105"/>
            <a:ext cx="942662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그룹 생성·참여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0943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09432" y="338804"/>
            <a:ext cx="41115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(group)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5226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75226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0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5939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1673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99581" y="880891"/>
            <a:ext cx="201276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70908" y="937953"/>
            <a:ext cx="187011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59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1673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99581" y="1094873"/>
            <a:ext cx="2012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70908" y="1151934"/>
            <a:ext cx="1870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그룹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1034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59392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16737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가족 그룹 생성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99581" y="1601296"/>
            <a:ext cx="2012765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70908" y="1658358"/>
            <a:ext cx="1870110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생성 진입 카드(부모·가족 초대).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카드 탭 → 생성 플로우.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생성 시 초대 코드·QR 발급 화면.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생성된 그룹이 관리자 '회원 및 그룹 관리' 목록에 신규 그룹으로 등록.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 { name } → groupCode 발급.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749664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806726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749664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806726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749664"/>
            <a:ext cx="45939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806726"/>
            <a:ext cx="31673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코드로 참여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99581" y="2749664"/>
            <a:ext cx="2012765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70908" y="2806726"/>
            <a:ext cx="187011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입력 또는 QR 스캔으로 기존 그룹 참여.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카드 탭 → 코드 입력/QR.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잘못된 코드 시 오류 메시지.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/api/groups/join { code }.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3298449" y="239659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298449" y="239659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3298449" y="361629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298449" y="361629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569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56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644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644" y="328105"/>
            <a:ext cx="92676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메인 (SOS)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096838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096838" y="338804"/>
            <a:ext cx="44396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6820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76820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957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3450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9185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74697" y="880891"/>
            <a:ext cx="193764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46024" y="937953"/>
            <a:ext cx="179499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3450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91854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74697" y="1094873"/>
            <a:ext cx="193764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46024" y="1151934"/>
            <a:ext cx="1794994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항상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3450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9185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아이콘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74697" y="1601296"/>
            <a:ext cx="193764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46024" y="1658358"/>
            <a:ext cx="179499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우상단 톱니 → 부모님 설정(SCR-004).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아이콘 탭 → SCR-004.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설정 슬라이드-인.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236108"/>
            <a:ext cx="2739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293170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236108"/>
            <a:ext cx="427963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293170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236108"/>
            <a:ext cx="534508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293170"/>
            <a:ext cx="391854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켜짐 안내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74697" y="2236108"/>
            <a:ext cx="1937648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46024" y="2293170"/>
            <a:ext cx="1794994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정확도·홈 화면 추가 안내 배너.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614142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67120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614142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67120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614142"/>
            <a:ext cx="53450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671204"/>
            <a:ext cx="39185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전송 상태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74697" y="2614142"/>
            <a:ext cx="193764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46024" y="2671204"/>
            <a:ext cx="179499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'위치 전송 중' + 음성 대화하기 진입 카드.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대화 카드 탭 → 음성 채팅(SCR-014).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공유 ON/OFF에 따라 상태 문구 변경.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248955"/>
            <a:ext cx="273941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306016"/>
            <a:ext cx="172378" cy="1162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248955"/>
            <a:ext cx="427963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306016"/>
            <a:ext cx="285309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248955"/>
            <a:ext cx="534508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306016"/>
            <a:ext cx="391854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긴급 호출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174697" y="3248955"/>
            <a:ext cx="1937648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46024" y="3306016"/>
            <a:ext cx="1794994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빨강 긴급 버튼.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탭 → 긴급 알림 발송.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펄스 + 발송 피드백.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오프라인 시 연결 확인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 발생 시 관리자 통계 '누적 SOS 호출 수' 집계 및 운영 모니터링 반영.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/api/sos → 가족 전원 FCM 푸시(위치 포함).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525712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582773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525712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582773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525712"/>
            <a:ext cx="534508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582773"/>
            <a:ext cx="391854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 공유 토글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174697" y="4525712"/>
            <a:ext cx="1937648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46024" y="4582773"/>
            <a:ext cx="1794994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ON/OFF · 30초 주기.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상태·주기 텍스트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/api/users/me/location-sharing.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4789188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4789188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221114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221114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4111580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4111580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5795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797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6869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6869" y="328105"/>
            <a:ext cx="5609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설정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79990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779990" y="338804"/>
            <a:ext cx="869479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(parent-settings)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21367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21367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0656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38044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9539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78233" y="880891"/>
            <a:ext cx="183411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49560" y="937953"/>
            <a:ext cx="169145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38044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78233" y="1094873"/>
            <a:ext cx="183411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49560" y="1151934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메인.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38044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95390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절약 모드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78233" y="1601296"/>
            <a:ext cx="1834112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49560" y="1658358"/>
            <a:ext cx="1691458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시 위치 전송 주기 3분.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주기 안내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batterySaver }.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492886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54994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492886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54994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492886"/>
            <a:ext cx="638044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549948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개인정보처리방침 열람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78233" y="2492886"/>
            <a:ext cx="183411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49560" y="2549948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약관/방침 열람 링크.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방침 화면.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999309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056371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999309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056371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999309"/>
            <a:ext cx="638044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056371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위치기반서비스 이용약관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78233" y="2999309"/>
            <a:ext cx="183411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49560" y="3056371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LBS 약관 열람.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약관 화면.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505732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562794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505732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562794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505732"/>
            <a:ext cx="638044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562794"/>
            <a:ext cx="495390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동의 철회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78233" y="3505732"/>
            <a:ext cx="1834112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49560" y="3562794"/>
            <a:ext cx="1691458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철회 시 가족 위치 조회 중단.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탭 → 확인 후 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철회 시 확인 모달.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철회 시 관리자 회원 상태가 위치공유 OFF로 반영.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DELETE /api/location/consent.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96863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96863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88161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88161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30958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30958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471472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471472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40415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50292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1490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1490" y="328105"/>
            <a:ext cx="802832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음성 채팅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97491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974914" y="338804"/>
            <a:ext cx="697736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(parent-chat)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6694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6694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308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5234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0968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92529" y="880891"/>
            <a:ext cx="191981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63856" y="937953"/>
            <a:ext cx="177716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5234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0968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채팅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92529" y="1094873"/>
            <a:ext cx="191981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63856" y="1151934"/>
            <a:ext cx="177716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'가족과 대화하기' + 안내 부제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메인.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52340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09686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메시지 목록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92529" y="1601296"/>
            <a:ext cx="1919816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63856" y="1658358"/>
            <a:ext cx="1777162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메시지 말풍선·시간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발신자명·시각 렌더. 신규 수신 시 하단 추가.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/api/chat/{groupId}/messages.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552340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409686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눌러서 말하기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92529" y="2364497"/>
            <a:ext cx="1919816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63856" y="2421559"/>
            <a:ext cx="1777162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음성 입력 버튼(STT).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누르는 동안 음성 인식 → 텍스트 전송.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누름 시 녹음 펄스.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권한 미허용/오프라인 시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STT 결과 POST /api/chat/{groupId}/messages.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38447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44153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38447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44153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384476"/>
            <a:ext cx="552340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441538"/>
            <a:ext cx="40968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글자판 입력 전환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92529" y="3384476"/>
            <a:ext cx="1919816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63856" y="3441538"/>
            <a:ext cx="177716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텍스트 입력 모드 전환.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텍스트 입력창 전환.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3298449" y="233240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298449" y="233240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4111580" y="599148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111580" y="599148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298449" y="641944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298449" y="641944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681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697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755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755" y="328105"/>
            <a:ext cx="113670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메인 (실시간 지도)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27950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279503" y="338804"/>
            <a:ext cx="41833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928581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928581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700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35207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29255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75396" y="880891"/>
            <a:ext cx="203694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6723" y="937953"/>
            <a:ext cx="189429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3520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75396" y="1094873"/>
            <a:ext cx="2036949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6723" y="1151934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항상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35207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안전구역 바로가기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75396" y="1601296"/>
            <a:ext cx="2036949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6723" y="1658358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우상단 안전 구역(SCR-009) 진입 아이콘.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아이콘 탭 → SCR-009.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35207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292553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위치 마커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75396" y="2107719"/>
            <a:ext cx="2036949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6723" y="2164781"/>
            <a:ext cx="1894295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부모님 전원 실시간 마커.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이름 라벨 + 마커. 위치 갱신 시 이동.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마커 탭 시 하단 정보 카드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/api/location/current/{groupId}/parents (WebSocket 갱신).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127698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18476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127698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18476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127698"/>
            <a:ext cx="435207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184760"/>
            <a:ext cx="29255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수신 미리보기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75396" y="3127698"/>
            <a:ext cx="203694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46723" y="3184760"/>
            <a:ext cx="189429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발생 시 상단 알림 배너 미리보기.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 수신 시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가족이 보는 SOS 알림은 부모님 SOS 발송(관리자 통계 집계)과 동일 이벤트.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890899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947961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890899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947961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890899"/>
            <a:ext cx="435207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947961"/>
            <a:ext cx="29255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정보 카드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75396" y="3890899"/>
            <a:ext cx="2036949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46723" y="3947961"/>
            <a:ext cx="189429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부모 이름·주소·배터리·갱신 시각.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좌우 스와이프로 부모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배터리%·마지막 갱신 시간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/api/location/address (역지오코딩).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654101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71116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654101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71116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654101"/>
            <a:ext cx="435207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711162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075396" y="4654101"/>
            <a:ext cx="2036949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146723" y="4711162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선택 시 화면 전환.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5195753" y="148360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195753" y="148360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840536" y="282455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840536" y="282455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28676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28676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26394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26394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3399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3399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47436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58366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8511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8511" y="328105"/>
            <a:ext cx="69645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이력 조회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8943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89432" y="338804"/>
            <a:ext cx="792195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(family-history)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6360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6360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273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5576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51311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95953" y="880891"/>
            <a:ext cx="181639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67281" y="937953"/>
            <a:ext cx="167373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55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95953" y="1094873"/>
            <a:ext cx="1816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67281" y="1151934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'이동 기록 조회'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지도(SCR-006).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55765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51311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선택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95953" y="1601296"/>
            <a:ext cx="1816392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67281" y="1658358"/>
            <a:ext cx="1673738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날짜 드롭다운(최대 7일).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날짜 선택 → 해당일 경로 조회.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기록 없는 날 빈 상태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/api/location/history?date=.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655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경로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95953" y="2364497"/>
            <a:ext cx="1816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67281" y="2421559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출발·도착 마커 + 경로 폴리라인.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경로 점선 + 출발/도착 핀.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655765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시간대별 이력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95953" y="2870920"/>
            <a:ext cx="181639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67281" y="2927982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시각·주소 타임라인(출발/경유/도착).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시간순 정렬, 출발/도착 뱃지.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377343"/>
            <a:ext cx="273941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434405"/>
            <a:ext cx="172378" cy="242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377343"/>
            <a:ext cx="427963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434405"/>
            <a:ext cx="285309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377343"/>
            <a:ext cx="655765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434405"/>
            <a:ext cx="513110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95953" y="3377343"/>
            <a:ext cx="1816392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67281" y="3434405"/>
            <a:ext cx="1673738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840536" y="25178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840536" y="25178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428676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428676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23399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23399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569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56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644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644" y="328105"/>
            <a:ext cx="5609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채팅방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7876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778764" y="338804"/>
            <a:ext cx="67415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(family-chat)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650293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650293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23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4891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06261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89104" y="880891"/>
            <a:ext cx="20232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60432" y="937953"/>
            <a:ext cx="188058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4891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06261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89104" y="1094873"/>
            <a:ext cx="20232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60432" y="1151934"/>
            <a:ext cx="188058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그룹 채팅방' + 그룹명·인원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그룹명·구성원 수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48916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06261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구분선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89104" y="1601296"/>
            <a:ext cx="20232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60432" y="1658358"/>
            <a:ext cx="188058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날짜 구분 칩.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날짜 경계마다 표시.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48916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306261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말풍선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89104" y="2107719"/>
            <a:ext cx="20232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60432" y="2164781"/>
            <a:ext cx="188058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발신자별 좌/우 정렬 말풍선·시각·읽음.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본인 우측 green, 타인 좌측. 읽음·시간 표기.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GET/POST /api/chat/{groupId}/messages (WebSocket).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448916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306261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입력창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89104" y="2870920"/>
            <a:ext cx="20232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60432" y="2927982"/>
            <a:ext cx="1880587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안부 메시지 입력 필드.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내용 있을 때 전송 활성.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505732"/>
            <a:ext cx="2739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562794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505732"/>
            <a:ext cx="427963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562794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505732"/>
            <a:ext cx="448916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562794"/>
            <a:ext cx="306261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89104" y="3505732"/>
            <a:ext cx="20232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60432" y="3562794"/>
            <a:ext cx="1880587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99144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99144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111580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111580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94581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94581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605568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605568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41944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41944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681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697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755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755" y="328105"/>
            <a:ext cx="12430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설정 (지오펜싱)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72005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372005" y="338804"/>
            <a:ext cx="91292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(family-geofence)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51164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51164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572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7697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3431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17159" y="880891"/>
            <a:ext cx="189518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8486" y="937953"/>
            <a:ext cx="175253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17159" y="1094873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88486" y="1151934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'안전 구역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탭. 미저장 변경 시 확인 모달.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미저장 시 확인 모달.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576970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434316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이동 안내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17159" y="1729685"/>
            <a:ext cx="1895186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88486" y="1786747"/>
            <a:ext cx="1752532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탭으로 중심 위치 이동 안내 배너.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중심 마커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17159" y="2107719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88486" y="2164781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집/구역 중심 마커 + 반경 원.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지도 탭/드래그로 중심 이동.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반경 값에 따라 원 크기 변화.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742531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799593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742531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799593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742531"/>
            <a:ext cx="576970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799593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이름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17159" y="2742531"/>
            <a:ext cx="1895186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88486" y="2799593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명칭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기본값 예시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37734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434405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37734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434405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377343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434405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설정 슬라이더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17159" y="3377343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88486" y="3434405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100m~5km 반경 슬라이더.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슬라이더 드래그.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현재 반경 값 표시.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012156"/>
            <a:ext cx="273941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069217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012156"/>
            <a:ext cx="427963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069217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012156"/>
            <a:ext cx="576970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069217"/>
            <a:ext cx="434316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저장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217159" y="4012156"/>
            <a:ext cx="1895186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88486" y="4069217"/>
            <a:ext cx="1752532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지오펜스 등록.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이름 미입력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이탈/진입 이벤트는 운영 알림·통계로 활용 가능.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/api/geofence { name, center, radius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4247101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4247101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04425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04425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459347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459347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9819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9819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138727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설정 (구성원·알림·계정)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48256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482563" y="338804"/>
            <a:ext cx="84602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(family-settings)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03545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03545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52140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7763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3498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17828" y="880891"/>
            <a:ext cx="189451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9155" y="937953"/>
            <a:ext cx="175186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77639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3498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17828" y="1094873"/>
            <a:ext cx="189451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89155" y="1151934"/>
            <a:ext cx="175186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계정 연동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17828" y="1601296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89155" y="1658358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계정 연동 카드(미연동/연동).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탭 → Google OAuth.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상태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/api/auth/google.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577639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43498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구성원 목록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17828" y="2364497"/>
            <a:ext cx="1894518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89155" y="2421559"/>
            <a:ext cx="175186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구성원 이름·번호·연결 상태.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구성원별 활성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구성원 구성은 관리자 '회원 및 그룹 관리' 그룹 상세와 동기화.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/api/groups/{id}/members.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256087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313149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256087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313149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256087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313149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구성원 초대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17828" y="3256087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89155" y="3313149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코드/QR로 구성원 추가.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초대 코드 화면.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/api/groups/{id}/members (초대).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019288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076350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019288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076350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019288"/>
            <a:ext cx="577639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076350"/>
            <a:ext cx="43498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설정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17828" y="4019288"/>
            <a:ext cx="1894518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89155" y="4076350"/>
            <a:ext cx="175186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SOS(항상 켜짐)·위치 갱신·배터리 알림 토글.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 (SOS 제외).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SOS는 '항상 켜짐' 고정.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alerts }.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910879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96794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910879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96794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910879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967940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갱신 주기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217828" y="4910879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89155" y="4967940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주기 선택(30초 등).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주기 옵션 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interval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355209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355209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04425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04425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01430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01430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574897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574897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288652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504498"/>
            <a:ext cx="622409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529892"/>
            <a:ext cx="512621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06463" y="474872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06463" y="610305"/>
            <a:ext cx="1499984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회원 및 그룹 관리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49379" y="487569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49379" y="623002"/>
            <a:ext cx="1531773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admin.ansimmap.kr/groups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19937" y="487569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19937" y="623002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906564"/>
            <a:ext cx="7719670" cy="5527351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915029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906564"/>
            <a:ext cx="4062984" cy="573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041997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266307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334024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266307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334024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266307"/>
            <a:ext cx="69343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334024"/>
            <a:ext cx="52414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808959" y="1266307"/>
            <a:ext cx="2240328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93604" y="1334024"/>
            <a:ext cx="2071037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520244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587960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520244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587960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520244"/>
            <a:ext cx="69343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587960"/>
            <a:ext cx="524141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탭 메뉴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808959" y="1520244"/>
            <a:ext cx="2240328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93604" y="1587960"/>
            <a:ext cx="2071037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회원·그룹/SMS·알림톡/통계 탭.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화면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탭 active 강조.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273589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341305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273589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341305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273589"/>
            <a:ext cx="69343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341305"/>
            <a:ext cx="524141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808959" y="2273589"/>
            <a:ext cx="2240328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93604" y="2341305"/>
            <a:ext cx="2071037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그룹명·자녀·부모님 검색.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키워드 입력 → 목록 필터.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/api/admin/groups?q=.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026934"/>
            <a:ext cx="325092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094650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026934"/>
            <a:ext cx="507873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094650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026934"/>
            <a:ext cx="693432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094650"/>
            <a:ext cx="524141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다운로드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808959" y="3026934"/>
            <a:ext cx="2240328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893604" y="3094650"/>
            <a:ext cx="2071037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엑셀 내보내기 + 정렬 옵션.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클릭 → xlsx 생성.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3627917"/>
            <a:ext cx="325092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3695633"/>
            <a:ext cx="204564" cy="107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3627917"/>
            <a:ext cx="507873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3695633"/>
            <a:ext cx="338582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3627917"/>
            <a:ext cx="693432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3695633"/>
            <a:ext cx="524141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그룹·회원 목록 테이블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808959" y="3627917"/>
            <a:ext cx="2240328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93604" y="3695633"/>
            <a:ext cx="2071037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그룹ID·그룹명·생성일·소유주·부모님 상태·구성원·마지막 연결.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위치공유 ON/OFF, 동의철회 상태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/api/admin/groups, GET /api/admin/groups/{id}.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838348"/>
            <a:ext cx="325092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4906064"/>
            <a:ext cx="204564" cy="922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838348"/>
            <a:ext cx="507873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4906064"/>
            <a:ext cx="338582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838348"/>
            <a:ext cx="693432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4906064"/>
            <a:ext cx="524141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상태 뱃지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808959" y="4838348"/>
            <a:ext cx="2240328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93604" y="4906064"/>
            <a:ext cx="2071037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ON/OFF/동의철회 상태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ON=green, OFF=gray, 동의철회=red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 위치 공유 토글·동의 철회 결과가 실시간 반영.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8282562" y="5896416"/>
            <a:ext cx="32509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67208" y="5964133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607654" y="5896416"/>
            <a:ext cx="507873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692299" y="5964133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9115527" y="5896416"/>
            <a:ext cx="69343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200172" y="5964133"/>
            <a:ext cx="524141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808959" y="5896416"/>
            <a:ext cx="2240328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893604" y="5964133"/>
            <a:ext cx="2071037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페이지 이동.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페이지 번호/화살표 클릭.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2581688" y="165144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2581688" y="165144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1489761" y="231167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1489761" y="231167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6314554" y="165144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6314554" y="165144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1168108" y="309888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168108" y="309888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5671249" y="268412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671249" y="268412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741331" y="467328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741331" y="467328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89143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804990"/>
            <a:ext cx="636957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830383"/>
            <a:ext cx="52935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21011" y="775364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21011" y="910796"/>
            <a:ext cx="1539682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SMS/알림톡 발송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98447" y="788060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98447" y="923493"/>
            <a:ext cx="1369637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admin.ansimmap.kr/sms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28018" y="788060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28018" y="923493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1207056"/>
            <a:ext cx="7719670" cy="492636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1215520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1207056"/>
            <a:ext cx="4062984" cy="51295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342488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566799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634515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566799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634515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566799"/>
            <a:ext cx="664996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634515"/>
            <a:ext cx="495705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780523" y="1566799"/>
            <a:ext cx="2268764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65169" y="1634515"/>
            <a:ext cx="2099473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820736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888452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820736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888452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820736"/>
            <a:ext cx="664996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888452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채널 - SMS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780523" y="1820736"/>
            <a:ext cx="2268764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65169" y="1888452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SMS/LMS 문자 채널 선택.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라디오 선택. 기본 SMS.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채널 active.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574080"/>
            <a:ext cx="325092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641797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574080"/>
            <a:ext cx="507873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641797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574080"/>
            <a:ext cx="664996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641797"/>
            <a:ext cx="495705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채널 - 알림톡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780523" y="2574080"/>
            <a:ext cx="2268764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65169" y="2641797"/>
            <a:ext cx="2099473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알림톡(비즈 채널 템플릿).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라디오 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시 템플릿 입력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/api/admin/alimtalk.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479787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547504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479787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547504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479787"/>
            <a:ext cx="664996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547504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대상 번호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780523" y="3479787"/>
            <a:ext cx="2268764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865169" y="3547504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 구분 다중 번호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 입력 → 인원 수 자동 집계.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 인원 카운트 뱃지.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4233132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4300849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4233132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4300849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4233132"/>
            <a:ext cx="664996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4300849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작성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780523" y="4233132"/>
            <a:ext cx="2268764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65169" y="4300849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내용 + 글자수/단문 구분.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글자수·SMS/LMS 자동 판별.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986477"/>
            <a:ext cx="325092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5054194"/>
            <a:ext cx="204564" cy="107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986477"/>
            <a:ext cx="507873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5054194"/>
            <a:ext cx="338582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986477"/>
            <a:ext cx="664996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5054194"/>
            <a:ext cx="495705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메시지 발송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780523" y="4986477"/>
            <a:ext cx="2268764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65169" y="5054194"/>
            <a:ext cx="2099473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대상에게 즉시 발송.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대상/내용 미입력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발송 이력은 발송 내역에 기록되어 운영 추적.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/api/admin/sms, GET /api/admin/alimtalk/history.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006098" y="261217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006098" y="261217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833258" y="261217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833258" y="261217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1489761" y="435586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1489761" y="435586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4384637" y="368716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384637" y="368716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6314554" y="493145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6314554" y="493145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441014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656860"/>
            <a:ext cx="639867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682254"/>
            <a:ext cx="532698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23921" y="627234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23921" y="762667"/>
            <a:ext cx="130453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통계 대시보드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696885" y="639931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696885" y="775364"/>
            <a:ext cx="1416635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admin.ansimmap.kr/stats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67324" y="639931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67324" y="775364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1058926"/>
            <a:ext cx="7719670" cy="5222627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1067391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1058926"/>
            <a:ext cx="4062984" cy="54257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194359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418669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486386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418669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486386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418669"/>
            <a:ext cx="731390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486386"/>
            <a:ext cx="562099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846917" y="1418669"/>
            <a:ext cx="2202370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931562" y="1486386"/>
            <a:ext cx="2033079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672606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740322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672606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740322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672606"/>
            <a:ext cx="73139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740322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846917" y="1672606"/>
            <a:ext cx="220237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31562" y="1740322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 기간 선택.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선택 → 지표·차트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/api/admin/stats?from=&amp;to=.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425951"/>
            <a:ext cx="32509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493667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425951"/>
            <a:ext cx="507873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493667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425951"/>
            <a:ext cx="731390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493667"/>
            <a:ext cx="562099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다운로드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846917" y="2425951"/>
            <a:ext cx="2202370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931562" y="2493667"/>
            <a:ext cx="2033079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데이터 내보내기.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클릭 → CSV 생성.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026934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094650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026934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094650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026934"/>
            <a:ext cx="73139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094650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 지표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846917" y="3026934"/>
            <a:ext cx="220237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931562" y="3094650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활성 사용자 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기준 DAU 수치.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 로그인·활동 기반 집계.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3780279"/>
            <a:ext cx="325092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3847995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3780279"/>
            <a:ext cx="507873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3847995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3780279"/>
            <a:ext cx="731390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3847995"/>
            <a:ext cx="56209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SOS 호출 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846917" y="3780279"/>
            <a:ext cx="2202370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931562" y="3847995"/>
            <a:ext cx="203307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발생 누적 건수.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누적 SOS 건수.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SOS 발송(SCR-003) 이벤트 집계.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685986"/>
            <a:ext cx="325092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4753702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685986"/>
            <a:ext cx="507873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4753702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685986"/>
            <a:ext cx="731390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4753702"/>
            <a:ext cx="56209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가족 그룹 수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846917" y="4685986"/>
            <a:ext cx="2202370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931562" y="4753702"/>
            <a:ext cx="203307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그룹 생성 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누적 그룹 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그룹 생성(SCR-005) 이벤트 집계.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8282562" y="5591693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67208" y="5659409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607654" y="5591693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692299" y="5659409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9115527" y="5591693"/>
            <a:ext cx="731390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200172" y="5659409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 추이 차트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846917" y="5591693"/>
            <a:ext cx="2202370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931562" y="5659409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일별 활성 사용자 라인 차트.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내 일자별 추이 렌더.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/api/admin/stats (시계열).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833258" y="180380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833258" y="180380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6314554" y="180380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6314554" y="180380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2006098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2006098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4062984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062984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6119870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6119870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1489761" y="353903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1489761" y="353903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3615</Words>
  <Application>Microsoft Office PowerPoint</Application>
  <PresentationFormat>사용자 지정</PresentationFormat>
  <Paragraphs>997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유애경</cp:lastModifiedBy>
  <cp:revision>2</cp:revision>
  <dcterms:created xsi:type="dcterms:W3CDTF">2026-06-17T07:39:27Z</dcterms:created>
  <dcterms:modified xsi:type="dcterms:W3CDTF">2026-06-17T07:42:12Z</dcterms:modified>
</cp:coreProperties>
</file>