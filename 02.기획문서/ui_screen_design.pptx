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8229600" y="1828800"/>
            <a:ext cx="3962095" cy="5029200"/>
          </a:xfrm>
          <a:prstGeom prst="rtTriangle">
            <a:avLst/>
          </a:prstGeom>
          <a:solidFill>
            <a:srgbClr val="26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97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부모님 위치 확인 서비스 '안심맵'</a:t>
            </a:r>
          </a:p>
          <a:p>
            <a:pPr>
              <a:spcAft>
                <a:spcPts val="4800"/>
              </a:spcAft>
              <a:defRPr sz="2200">
                <a:solidFill>
                  <a:srgbClr val="4CAF50"/>
                </a:solidFill>
                <a:latin typeface="Malgun Gothic"/>
              </a:defRPr>
            </a:pPr>
            <a:r>
              <a:t>화면설계서 및 UI/UX 와이어프레임 기획안</a:t>
            </a:r>
          </a:p>
          <a:p>
            <a:pPr>
              <a:defRPr sz="1400">
                <a:solidFill>
                  <a:srgbClr val="A5D6A7"/>
                </a:solidFill>
                <a:latin typeface="Malgun Gothic"/>
              </a:defRPr>
            </a:pPr>
            <a:r>
              <a:t>문서번호: DOC-09 | 버전: v1.0 | 작성일자: 2026-05-31</a:t>
            </a:r>
          </a:p>
          <a:p>
            <a:pPr>
              <a:defRPr sz="1400">
                <a:solidFill>
                  <a:srgbClr val="A5D6A7"/>
                </a:solidFill>
                <a:latin typeface="Malgun Gothic"/>
              </a:defRPr>
            </a:pPr>
            <a:r>
              <a:t>작성자: 서비스 기획팀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부모님 위치 확인 서비스 [안심맵] 화면 목록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2926080"/>
                <a:gridCol w="2011680"/>
                <a:gridCol w="201168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 ID</a:t>
                      </a:r>
                    </a:p>
                  </a:txBody>
                  <a:tcPr>
                    <a:solidFill>
                      <a:srgbClr val="1E5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1E5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URL 경로</a:t>
                      </a:r>
                    </a:p>
                  </a:txBody>
                  <a:tcPr>
                    <a:solidFill>
                      <a:srgbClr val="1E5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플랫폼</a:t>
                      </a:r>
                    </a:p>
                  </a:txBody>
                  <a:tcPr>
                    <a:solidFill>
                      <a:srgbClr val="1E5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1E5E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SCR-001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로그인/회원가입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모바일 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  <a:latin typeface="Malgun Gothic"/>
                        </a:defRPr>
                      </a:pPr>
                      <a:r>
                        <a:t>P0 (핵심)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SCR-002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온보딩 플로우 (1~4단계)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/onboarding/step1~4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모바일 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  <a:latin typeface="Malgun Gothic"/>
                        </a:defRPr>
                      </a:pPr>
                      <a:r>
                        <a:t>P0 (핵심)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SCR-003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부모님 메인 화면 (SOS)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/parent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모바일 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  <a:latin typeface="Malgun Gothic"/>
                        </a:defRPr>
                      </a:pPr>
                      <a:r>
                        <a:t>P0 (핵심)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SCR-004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부모님 설정 화면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/parent/settings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모바일 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  <a:latin typeface="Malgun Gothic"/>
                        </a:defRPr>
                      </a:pPr>
                      <a:r>
                        <a:t>P0 (핵심)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SCR-005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가족 그룹 생성 및 참여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/family/group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모바일 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  <a:latin typeface="Malgun Gothic"/>
                        </a:defRPr>
                      </a:pPr>
                      <a:r>
                        <a:t>P0 (핵심)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SCR-006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가족 메인 화면 (실시간 지도)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/family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모바일 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  <a:latin typeface="Malgun Gothic"/>
                        </a:defRPr>
                      </a:pPr>
                      <a:r>
                        <a:t>P0 (핵심)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SCR-007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위치 이력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/family/history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모바일 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P1 (보완)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SCR-008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가족 채팅방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/family/chat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모바일 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P1 (보완)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SCR-009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안전 구역 설정 (지오펜싱)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/family/geofence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모바일 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t>P2 (확장)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SCR-001. 로그인 / 회원가입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5E3A"/>
                </a:solidFill>
                <a:latin typeface="Malgun Gothic"/>
              </a:defRPr>
            </a:pPr>
            <a:r>
              <a:t>📋 UI 기획 및 상호작용 명세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경로 및 접근: /login (비로그인 전체 진입 허용)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단일 페이지 내 탭 전환: 세션에 따라 로그인/회원가입 폼 동적 노출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휴대폰 번호 입력: 11자리 숫자 전용, 010-XXXX-XXXX 하이픈 자동 포맷팅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역할군 선택: 부모님(parent) / 자녀(family) 라디오 버튼 정의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법적 동의 체크: 회원가입 시 개인정보 동의(F-007) 필수 체크 검증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시작하기 버튼: 미기입 항목 존재 시 비활성(bg-gray-300), 클릭 시 API 전송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E3A"/>
                </a:solidFill>
              </a:defRPr>
            </a:pPr>
            <a:r>
              <a:t>📱 MOB-001 Wireframe Mockup</a:t>
            </a:r>
          </a:p>
          <a:p>
            <a:br/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+---------------------------------------------+</a:t>
            </a:r>
            <a:br/>
            <a:r>
              <a:t>|               💚 안심맵 (AnsimMap)          |</a:t>
            </a:r>
            <a:br/>
            <a:r>
              <a:t>+---------------------------------------------+</a:t>
            </a:r>
            <a:br/>
            <a:r>
              <a:t>|    [ 로그인 ]    |    [ 회원가입 탭 활성화 ] |</a:t>
            </a:r>
            <a:br/>
            <a:r>
              <a:t>+---------------------------------------------+</a:t>
            </a:r>
            <a:br/>
            <a:r>
              <a:t>|  휴대폰 번호 입력                           |</a:t>
            </a:r>
            <a:br/>
            <a:r>
              <a:t>|  [ 010-XXXX-XXXX                      ]     |</a:t>
            </a:r>
            <a:br/>
            <a:r>
              <a:t>|                                             |</a:t>
            </a:r>
            <a:br/>
            <a:r>
              <a:t>|  가족 역할 선택                             |</a:t>
            </a:r>
            <a:br/>
            <a:r>
              <a:t>|  (o) 부모님           ( ) 가족 구성원(자녀)  |</a:t>
            </a:r>
            <a:br/>
            <a:r>
              <a:t>|                                             |</a:t>
            </a:r>
            <a:br/>
            <a:r>
              <a:t>|  이용 약관 동의                             |</a:t>
            </a:r>
            <a:br/>
            <a:r>
              <a:t>|  [x] [필수] 개인정보처리방침 수집 동의 [보기]|</a:t>
            </a:r>
            <a:br/>
            <a:r>
              <a:t>|                                             |</a:t>
            </a:r>
            <a:br/>
            <a:r>
              <a:t>|  +---------------------------------------+  |</a:t>
            </a:r>
            <a:br/>
            <a:r>
              <a:t>|  |             시 작 하 기               |  | (Active)</a:t>
            </a:r>
            <a:br/>
            <a:r>
              <a:t>|  +---------------------------------------+  |</a:t>
            </a:r>
            <a:br/>
            <a:r>
              <a:t>+---------------------------------------------+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5029200"/>
            <a:ext cx="466344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E3A"/>
                </a:solidFill>
                <a:latin typeface="Malgun Gothic"/>
              </a:defRPr>
            </a:pPr>
            <a:r>
              <a:t>💡 TIP: 모바일 화면에서의 터치 최적화를 위해 라디오 영역 및 체크박스 클릭 영역을 48x48px 이상 패딩으로 확장 설정합니다.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SCR-002. 온보딩 플로우 (자녀 대리 설정)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5E3A"/>
                </a:solidFill>
                <a:latin typeface="Malgun Gothic"/>
              </a:defRPr>
            </a:pPr>
            <a:r>
              <a:t>📋 온보딩 단계별 설계 명세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개요: 자녀가 부모님 폰으로 대리 가입 후 본인 동의를 유도하는 시나리오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Step 1 (가입): 부모님 번호 가입 및 Parent 역할 고정 (F-001)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Step 2 (그룹): 자녀 측에서 발급받은 6자리 초대코드 입력 (F-004)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Step 3 (법적 동의): 위치 정보법 준수, 부모님 직접 조작 필수 화면!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Step 4 (완료): Geolocation 권한 획득 성공 시 온보딩 종료 상태 플래그 DB 갱신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예외: 동의 화면에서 뒤로가기 또는 거부 시 비활성화 진입 후 동의 배너 상시 노출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E3A"/>
                </a:solidFill>
              </a:defRPr>
            </a:pPr>
            <a:r>
              <a:t>📱 3단계: 부모님 직접 동의 화면</a:t>
            </a:r>
          </a:p>
          <a:p>
            <a:br/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+---------------------------------------------+</a:t>
            </a:r>
            <a:br/>
            <a:r>
              <a:t>|  안심맵 온보딩                       [ 3 / 4 ] |</a:t>
            </a:r>
            <a:br/>
            <a:r>
              <a:t>+---------------------------------------------+</a:t>
            </a:r>
            <a:br/>
            <a:r>
              <a:t>|                                             |</a:t>
            </a:r>
            <a:br/>
            <a:r>
              <a:t>|  ⚠️ [필독] 부모님께서 직접 읽고 동의해 주세요.  |</a:t>
            </a:r>
            <a:br/>
            <a:r>
              <a:t>|                                             |</a:t>
            </a:r>
            <a:br/>
            <a:r>
              <a:t>|  자녀가 대리인 동의 절차를 진행할 경우      |</a:t>
            </a:r>
            <a:br/>
            <a:r>
              <a:t>|  관련법에 따라 형사 처벌의 대상이 됩니다.    |</a:t>
            </a:r>
            <a:br/>
            <a:r>
              <a:t>|                                             |</a:t>
            </a:r>
            <a:br/>
            <a:r>
              <a:t>|  [x] [필수] 위치 정보 수집·이용·제공 약관  |</a:t>
            </a:r>
            <a:br/>
            <a:r>
              <a:t>|      동의 및 동의 사실 고지 승인     [보기] |</a:t>
            </a:r>
            <a:br/>
            <a:r>
              <a:t>|                                             |</a:t>
            </a:r>
            <a:br/>
            <a:r>
              <a:t>|  [ ] [선택] 마케팅 SMS 및 혜택 수신 동의     |</a:t>
            </a:r>
            <a:br/>
            <a:r>
              <a:t>|                                             |</a:t>
            </a:r>
            <a:br/>
            <a:r>
              <a:t>|  +---------------------------------------+  |</a:t>
            </a:r>
            <a:br/>
            <a:r>
              <a:t>|  |         동의하고 위치 공유 시작       |  |</a:t>
            </a:r>
            <a:br/>
            <a:r>
              <a:t>|  +---------------------------------------+  |</a:t>
            </a:r>
            <a:br/>
            <a:r>
              <a:t>+---------------------------------------------+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5029200"/>
            <a:ext cx="4663440" cy="10058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32F2F"/>
                </a:solidFill>
                <a:latin typeface="Malgun Gothic"/>
              </a:defRPr>
            </a:pPr>
            <a:r>
              <a:t>⚠️ 법적 중요: 타인 위치의 무단 수집은 부모-자녀 관계라도 위법입니다. 반드시 3단계의 독립된 서면 동의 절차 UI를 통해 부모님의 서명을 확인해야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SCR-003. 부모님 메인 화면 &amp; SOS 기능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5E3A"/>
                </a:solidFill>
                <a:latin typeface="Malgun Gothic"/>
              </a:defRPr>
            </a:pPr>
            <a:r>
              <a:t>📋 부모님 긴급대응 UI 기획 명세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메인 레이아웃: 긴급 상황 대처를 위해 80x80px 이상의 극단적으로 거대한 원형 🚨 SOS 버튼 중앙 배치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위치 토글: 온오프 스위치로 실시간 위치 공유 중단 및 재개 가능 (F-010)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SOS 오동작 차단 카운트다운 (F-015): 탭 시 즉시 전체 화면 적색 반투명 오버레이로 전환, 2초 카운트다운 실행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FCM 즉시 발송: 지연 카운트다운 종료 시 자녀들에게 3초 이내 푸시 전송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백그라운드 지원 (iOS): 사파리 백그라운드 킬 방지를 위해 포그라운드 유지 및 홈 화면 앱설치 PWA 설정 유도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E3A"/>
                </a:solidFill>
              </a:defRPr>
            </a:pPr>
            <a:r>
              <a:t>📱 MOB-PMAIN 부모님용 메인 화면</a:t>
            </a:r>
          </a:p>
          <a:p>
            <a:br/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+---------------------------------------------+</a:t>
            </a:r>
            <a:br/>
            <a:r>
              <a:t>|  💚 안심맵                               [⚙️] |</a:t>
            </a:r>
            <a:br/>
            <a:r>
              <a:t>+---------------------------------------------+</a:t>
            </a:r>
            <a:br/>
            <a:r>
              <a:t>|                                             |</a:t>
            </a:r>
            <a:br/>
            <a:r>
              <a:t>|        현재 부모님의 실시간 위치 정보가      |</a:t>
            </a:r>
            <a:br/>
            <a:r>
              <a:t>|        가족 자녀들에게 안전하게 공유 중입니다.  |</a:t>
            </a:r>
            <a:br/>
            <a:r>
              <a:t>|                                             |</a:t>
            </a:r>
            <a:br/>
            <a:r>
              <a:t>|               /``````````````\              |</a:t>
            </a:r>
            <a:br/>
            <a:r>
              <a:t>|              /   🚨 S O S     \             |</a:t>
            </a:r>
            <a:br/>
            <a:r>
              <a:t>|             |    긴급 호출     |            |</a:t>
            </a:r>
            <a:br/>
            <a:r>
              <a:t>|              \   (터치 2초)   /             |</a:t>
            </a:r>
            <a:br/>
            <a:r>
              <a:t>|               \______________/              |</a:t>
            </a:r>
            <a:br/>
            <a:r>
              <a:t>|                                             |</a:t>
            </a:r>
            <a:br/>
            <a:r>
              <a:t>|    위치 공유 상태 제어                      |</a:t>
            </a:r>
            <a:br/>
            <a:r>
              <a:t>|    [o] 현재 내 위치 실시간 전송 중 (토글)   |</a:t>
            </a:r>
            <a:br/>
            <a:r>
              <a:t>|                                             |</a:t>
            </a:r>
            <a:br/>
            <a:r>
              <a:t>+---------------------------------------------+</a:t>
            </a:r>
          </a:p>
        </p:txBody>
      </p:sp>
      <p:sp>
        <p:nvSpPr>
          <p:cNvPr id="9" name="Oval 8"/>
          <p:cNvSpPr/>
          <p:nvPr/>
        </p:nvSpPr>
        <p:spPr>
          <a:xfrm>
            <a:off x="8412480" y="2651760"/>
            <a:ext cx="1645920" cy="1645920"/>
          </a:xfrm>
          <a:prstGeom prst="ellipse">
            <a:avLst/>
          </a:prstGeom>
          <a:solidFill>
            <a:srgbClr val="D32F2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🚨</a:t>
            </a:r>
            <a:br/>
            <a:r>
              <a:t>SOS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SCR-004. 부모님 상세 설정 화면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5E3A"/>
                </a:solidFill>
                <a:latin typeface="Malgun Gothic"/>
              </a:defRPr>
            </a:pPr>
            <a:r>
              <a:t>📋 설정 및 권한 제어 명세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경로 및 진입: /parent/settings (로그인된 부모님만 톱니바퀴 탭 시 진입)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🔋 배터리 절약 모드 (F-027): 활성화 시 위치 수집 전송 간격을 30초에서 180초(3분)로 스케줄 주기 일괄 갱신 조절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위치정보 동의 철회 (F-008): '위치 공유 동의 철회' 버튼 제공, 위험성 경고 팝업 후 클릭 시 데이터 즉시 파기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FCM 중단 경고: 철회 즉시 소켓 해제 및 자녀들에게 '부모님이 동의 철회함' 긴급 알람 푸시 전송 프로세스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약관 열람: 개인정보방침(F-028) 정적 페이지 링크 연동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E3A"/>
                </a:solidFill>
              </a:defRPr>
            </a:pPr>
            <a:r>
              <a:t>📱 MOB-PSET 부모님용 설정 뷰</a:t>
            </a:r>
          </a:p>
          <a:p>
            <a:br/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+---------------------------------------------+</a:t>
            </a:r>
            <a:br/>
            <a:r>
              <a:t>|  &lt; 설정                                     |</a:t>
            </a:r>
            <a:br/>
            <a:r>
              <a:t>+---------------------------------------------+</a:t>
            </a:r>
            <a:br/>
            <a:r>
              <a:t>|  🔋 전원 관리 모드                          |</a:t>
            </a:r>
            <a:br/>
            <a:r>
              <a:t>|  [x] 배터리 절약 모드 켜기                  |</a:t>
            </a:r>
            <a:br/>
            <a:r>
              <a:t>|  (위치 전송 주기가 30초에서 3분으로 늘어납니다)|</a:t>
            </a:r>
            <a:br/>
            <a:r>
              <a:t>|                                             |</a:t>
            </a:r>
            <a:br/>
            <a:r>
              <a:t>|  📜 서비스 법정 이용 동의                   |</a:t>
            </a:r>
            <a:br/>
            <a:r>
              <a:t>|  &gt; 개인정보처리방침 전문 보기        [&gt;]    |</a:t>
            </a:r>
            <a:br/>
            <a:r>
              <a:t>|  &gt; 위치기반서비스 이용약관 보기      [&gt;]    |</a:t>
            </a:r>
            <a:br/>
            <a:r>
              <a:t>|                                             |</a:t>
            </a:r>
            <a:br/>
            <a:r>
              <a:t>|  🚨 민감 정보 위험 지대                     |</a:t>
            </a:r>
            <a:br/>
            <a:r>
              <a:t>|  가족들의 위치 공유 동의 권한을 파기합니다. |</a:t>
            </a:r>
            <a:br/>
            <a:r>
              <a:t>|  +---------------------------------------+  |</a:t>
            </a:r>
            <a:br/>
            <a:r>
              <a:t>|  |         위치 정보 수집 동의 철회      |  |</a:t>
            </a:r>
            <a:br/>
            <a:r>
              <a:t>|  +---------------------------------------+  |</a:t>
            </a:r>
            <a:br/>
            <a:r>
              <a:t>+---------------------------------------------+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114800"/>
            <a:ext cx="4663440" cy="7315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32F2F"/>
                </a:solidFill>
                <a:latin typeface="Malgun Gothic"/>
              </a:defRPr>
            </a:pPr>
            <a:r>
              <a:t>⚠️ 경고: 동의 철회 클릭 즉시 서버 데이터 삭제 및 위치 수집 강제 셧다운(watchPosition 해제)을 즉시 구동해야 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SCR-005. 가족 그룹 생성 및 참여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5E3A"/>
                </a:solidFill>
                <a:latin typeface="Malgun Gothic"/>
              </a:defRPr>
            </a:pPr>
            <a:r>
              <a:t>📋 가족 네트워크 연동 명세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그룹 생성 (F-003): 자녀가 신규 그룹명 입력 시 영숫자 혼합 고유 6자리 초대코드 및 QR 코드 자동 생성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그룹 참여 (F-004): 초대코드 수동 010 입력 또는 카메라 권한 획득 후 QR 실시간 스캔을 통한 참여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한도 제한 (Free): Free 플랜인 경우 그룹 내 구성원 수 최대 5명 락(Lock) 검증, 초과 시 결제 유도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클립보드 편의: 초대코드 영역 탭 시 원클릭 문자열 클립보드 복사 토스트 팝업 트리거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로컬 저장: 그룹 바인딩 상태 저장으로 재로그인 시 그룹화 상태 복원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E3A"/>
                </a:solidFill>
              </a:defRPr>
            </a:pPr>
            <a:r>
              <a:t>📱 MOB-FGROUP 그룹 생성 및 연동</a:t>
            </a:r>
          </a:p>
          <a:p>
            <a:br/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+---------------------------------------------+</a:t>
            </a:r>
            <a:br/>
            <a:r>
              <a:t>|  안심맵 가족 그룹 설정                      |</a:t>
            </a:r>
            <a:br/>
            <a:r>
              <a:t>+---------------------------------------------+</a:t>
            </a:r>
            <a:br/>
            <a:r>
              <a:t>|                                             |</a:t>
            </a:r>
            <a:br/>
            <a:r>
              <a:t>|  초대받은 코드를 입력해                     |</a:t>
            </a:r>
            <a:br/>
            <a:r>
              <a:t>|  부모님과 연결해 보세요!                    |</a:t>
            </a:r>
            <a:br/>
            <a:r>
              <a:t>|                                             |</a:t>
            </a:r>
            <a:br/>
            <a:r>
              <a:t>|  [ K O E L 9 2 ]                            |</a:t>
            </a:r>
            <a:br/>
            <a:r>
              <a:t>|                                             |</a:t>
            </a:r>
            <a:br/>
            <a:r>
              <a:t>|  ( 영역 터치 시 번호가 복사됩니다 )          |</a:t>
            </a:r>
            <a:br/>
            <a:r>
              <a:t>|                                             |</a:t>
            </a:r>
            <a:br/>
            <a:r>
              <a:t>|           +---------------------+           |</a:t>
            </a:r>
            <a:br/>
            <a:r>
              <a:t>|           |    [ QR 코드 이미지 ]|           |</a:t>
            </a:r>
            <a:br/>
            <a:r>
              <a:t>|           +---------------------+           |</a:t>
            </a:r>
            <a:br/>
            <a:r>
              <a:t>|                                             |</a:t>
            </a:r>
            <a:br/>
            <a:r>
              <a:t>|  +---------------------------------------+  |</a:t>
            </a:r>
            <a:br/>
            <a:r>
              <a:t>|  |           지 도 보 러 가 기           |  |</a:t>
            </a:r>
            <a:br/>
            <a:r>
              <a:t>|  +---------------------------------------+  |</a:t>
            </a:r>
            <a:br/>
            <a:r>
              <a:t>+---------------------------------------------+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108960"/>
            <a:ext cx="1554480" cy="1554480"/>
          </a:xfrm>
          <a:prstGeom prst="rect">
            <a:avLst/>
          </a:prstGeom>
          <a:solidFill>
            <a:srgbClr val="E6E6E6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57575"/>
                </a:solidFill>
                <a:latin typeface="Consolas"/>
              </a:defRPr>
            </a:pPr>
            <a:r>
              <a:t>QR CODE</a:t>
            </a:r>
            <a:br/>
            <a:r>
              <a:t>GENERATOR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SCR-006. 가족 자녀용 실시간 모니터링 지도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5E3A"/>
                </a:solidFill>
                <a:latin typeface="Malgun Gothic"/>
              </a:defRPr>
            </a:pPr>
            <a:r>
              <a:t>📋 실시간 동기화 지도 기획안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지도 구현 (F-011): 카카오맵 SDK 연동 및 웹소켓(/ws) 기반 30초 주기 위경도 수신 실시간 마커 부드러운 이동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역지오코딩 (F-013): 위경도 갱신 시 카카오 Geocoding coord2Address 호출해 도로명 한글 주소로 상시 갱신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상태 배지: 마지막 연결 이후 5분 초과 시 마커 회색 암전 상태 배지 렌더링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비상 알림 모달 (F-017): 부모님 SOS 발송 시 소리/진동과 함께 적색 하이라이트 모달 팝업으로 즉시 전화 연결 트리거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하단 탭 구성: 실시간 지도, 7일 이동기록,WebSocket 대화방(F-018) 네비게이션바 통합 고정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E3A"/>
                </a:solidFill>
              </a:defRPr>
            </a:pPr>
            <a:r>
              <a:t>📱 MOB-FMAIN 자녀용 실시간 모니터링</a:t>
            </a:r>
          </a:p>
          <a:p>
            <a:br/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+---------------------------------------------+</a:t>
            </a:r>
            <a:br/>
            <a:r>
              <a:t>|  안심맵 - 자녀용 메인                       |</a:t>
            </a:r>
            <a:br/>
            <a:r>
              <a:t>+---------------------------------------------+</a:t>
            </a:r>
            <a:br/>
            <a:r>
              <a:t>|                                             |</a:t>
            </a:r>
            <a:br/>
            <a:r>
              <a:t>|        [ KAKAO MAP REALTIME VIEW ]          |</a:t>
            </a:r>
            <a:br/>
            <a:r>
              <a:t>|                                             |</a:t>
            </a:r>
            <a:br/>
            <a:r>
              <a:t>|               🟢 👵 어머니 위치             |</a:t>
            </a:r>
            <a:br/>
            <a:r>
              <a:t>|                                             |</a:t>
            </a:r>
            <a:br/>
            <a:r>
              <a:t>|                                             |</a:t>
            </a:r>
            <a:br/>
            <a:r>
              <a:t>|  +---------------------------------------+  |</a:t>
            </a:r>
            <a:br/>
            <a:r>
              <a:t>|  | 👵 홍길순 (어머니)                     |  |</a:t>
            </a:r>
            <a:br/>
            <a:r>
              <a:t>|  | 📍 서울시 마포구 창전동 12-4          |  |</a:t>
            </a:r>
            <a:br/>
            <a:r>
              <a:t>|  | 🔋 배터리 78% · 30초 전 갱신          |  |</a:t>
            </a:r>
            <a:br/>
            <a:r>
              <a:t>|  +---------------------------------------+  |</a:t>
            </a:r>
            <a:br/>
            <a:r>
              <a:t>+---------------------------------------------+</a:t>
            </a:r>
            <a:br/>
            <a:r>
              <a:t>|   [📍지도]      [📅이동기록]      [💬채팅]   |</a:t>
            </a:r>
            <a:br/>
            <a:r>
              <a:t>+---------------------------------------------+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114800"/>
            <a:ext cx="4663440" cy="1097280"/>
          </a:xfrm>
          <a:prstGeom prst="rect">
            <a:avLst/>
          </a:prstGeom>
          <a:solidFill>
            <a:srgbClr val="FFEBEB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32F2F"/>
                </a:solidFill>
                <a:latin typeface="Malgun Gothic"/>
              </a:defRPr>
            </a:pPr>
            <a:r>
              <a:t>🚨 SOS 알람 팝업 발생 시 레이아웃 최상단에 덮개 모달이 생성되며 진동 효과음과 함께 '전화 앱 즉시 연결(tel: 스키마)' 버튼이 메인 액션으로 노출됩니다.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SCR-007. 부모님 이동기록 경로 조회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5E3A"/>
                </a:solidFill>
                <a:latin typeface="Malgun Gothic"/>
              </a:defRPr>
            </a:pPr>
            <a:r>
              <a:t>📋 이동 경로 시각화 상세 명세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날짜 선택 (F-012): 최대 7일간 저장된 locations 이력을 달력 캘린더 드롭다운을 통해 비동기 호출 조회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폴리라인 드로잉: 카카오맵 SDK 내 Polyline 라이브러리로 시작점(녹색), 도착점(적색)과 이동 궤적 연결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성능 샘플링: 프론트 브라우저 크래시를 막기 위해 하루 기준 100건 초과 데이터는 5분 단위 다운샘플링 정제 처리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목록 터치 인덱싱: 하단 타임라인 리스트 터치 시 지도의 해당 시간대 좌표로 뷰포트 센터 무빙 포커싱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하단 탭 바: 메인 탭바 활성화 유지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E3A"/>
                </a:solidFill>
              </a:defRPr>
            </a:pPr>
            <a:r>
              <a:t>📱 MOB-FHIST 7일 경로 히스토리</a:t>
            </a:r>
          </a:p>
          <a:p>
            <a:br/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+---------------------------------------------+</a:t>
            </a:r>
            <a:br/>
            <a:r>
              <a:t>|  &lt; 이동 기록 조회                           |</a:t>
            </a:r>
            <a:br/>
            <a:r>
              <a:t>+---------------------------------------------+</a:t>
            </a:r>
            <a:br/>
            <a:r>
              <a:t>|  조회 일자: [ 2026-05-31 v ] (날짜 선택 피커)|</a:t>
            </a:r>
            <a:br/>
            <a:r>
              <a:t>+---------------------------------------------+</a:t>
            </a:r>
            <a:br/>
            <a:r>
              <a:t>|        [ KAKAO MAP HISTORICAL VIEW ]        |</a:t>
            </a:r>
            <a:br/>
            <a:r>
              <a:t>|                                             |</a:t>
            </a:r>
            <a:br/>
            <a:r>
              <a:t>|        🟢 출발 =========(궤적)========&gt; 🔴 도착|</a:t>
            </a:r>
            <a:br/>
            <a:r>
              <a:t>|                                             |</a:t>
            </a:r>
            <a:br/>
            <a:r>
              <a:t>+---------------------------------------------+</a:t>
            </a:r>
            <a:br/>
            <a:r>
              <a:t>|  경로 타임라인                              |</a:t>
            </a:r>
            <a:br/>
            <a:r>
              <a:t>|  - 🟢 10:20 | 마포구 신촌로 12 (출발)       |</a:t>
            </a:r>
            <a:br/>
            <a:r>
              <a:t>|  - ⚫ 11:15 | 마포구 창전동 사거리          |</a:t>
            </a:r>
            <a:br/>
            <a:r>
              <a:t>|  - 🔴 12:00 | 마포노인복지관 (도착)          |</a:t>
            </a:r>
            <a:br/>
            <a:r>
              <a:t>+---------------------------------------------+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SCR-008. WebSocket 가족 대화방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5E3A"/>
                </a:solidFill>
                <a:latin typeface="Malgun Gothic"/>
              </a:defRPr>
            </a:pPr>
            <a:r>
              <a:t>📋 양방향 실시간 소통 명세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WebSocket 구현 (F-018): Socket.io 양방향 연결을 통한 99% 이상 실시간 메시징 송수신 성공률 보장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재연결 폴백: 소켓 탈락 시 1s→2s→4s 간격의 지수 백오프 기반 최대 5회 자동 재연결 로직 탑재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입력 제한: 500글자 초과 입력 시 전송 버튼 비활성화 및 실시간 카운터 인쇄 알림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FCM 푸시 연동 (F-019): 채팅방 미접속자 구성원에게 Firebase 백그라운드 푸시 알림 발송(보낸이+메시지 20자)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말풍선 UI: 전송자(어머니/자녀) 역할에 따라 좌/우 배치 정렬 디자인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E3A"/>
                </a:solidFill>
              </a:defRPr>
            </a:pPr>
            <a:r>
              <a:t>📱 MOB-FCHAT 실시간 대화방</a:t>
            </a:r>
          </a:p>
          <a:p>
            <a:br/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+---------------------------------------------+</a:t>
            </a:r>
            <a:br/>
            <a:r>
              <a:t>|  &lt; 가족 소통 대화방                         |</a:t>
            </a:r>
            <a:br/>
            <a:r>
              <a:t>+---------------------------------------------+</a:t>
            </a:r>
            <a:br/>
            <a:r>
              <a:t>|                                             |</a:t>
            </a:r>
            <a:br/>
            <a:r>
              <a:t>|  👵 어머니                                  |</a:t>
            </a:r>
            <a:br/>
            <a:r>
              <a:t>|  +-----------------------------+            |</a:t>
            </a:r>
            <a:br/>
            <a:r>
              <a:t>|  | 얘들아 걱정 마라 복지관 도착|            |</a:t>
            </a:r>
            <a:br/>
            <a:r>
              <a:t>|  | 했다.                       |            |</a:t>
            </a:r>
            <a:br/>
            <a:r>
              <a:t>|  +-----------------------------+            |</a:t>
            </a:r>
            <a:br/>
            <a:r>
              <a:t>|                                             |</a:t>
            </a:r>
            <a:br/>
            <a:r>
              <a:t>|                     +---------------------+ |</a:t>
            </a:r>
            <a:br/>
            <a:r>
              <a:t>|                     | 다행이네요! 조심히  | |</a:t>
            </a:r>
            <a:br/>
            <a:r>
              <a:t>|                     | 다녀오세요  [읽음]  | |</a:t>
            </a:r>
            <a:br/>
            <a:r>
              <a:t>|                     +---------------------+ |</a:t>
            </a:r>
            <a:br/>
            <a:r>
              <a:t>+---------------------------------------------+</a:t>
            </a:r>
            <a:br/>
            <a:r>
              <a:t>|  [ 대화 내용을 작성해 주세요..        ] [전송] |</a:t>
            </a:r>
            <a:br/>
            <a:r>
              <a:t>+---------------------------------------------+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SCR-009. 안전 구역 지오펜싱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5E3A"/>
                </a:solidFill>
                <a:latin typeface="Malgun Gothic"/>
              </a:defRPr>
            </a:pPr>
            <a:r>
              <a:t>📋 안전 구역 설정 상세 명세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구역 설정 (F-020): 카카오맵 상 터치 지점에 핀 마커 중심 좌표를 생성하고 geofences 테이블 연동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반경 픽커: 최소 100m에서 최대 5km 한도 슬라이더 바 구성, 드래그 시 지도 반투명 원형 영역 크기 실시간 동기화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이탈 알림 (F-021): 서버 좌표 수신 시 Haversine 거리 계산을 통해 설정 경계 밖 이탈 시 60초 이내에 자녀 FCM 전송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복귀 알림: 구역 내부 복귀 확인 시에도 동일하게 '복귀 완료' 푸시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Malgun Gothic"/>
              </a:defRPr>
            </a:pPr>
            <a:r>
              <a:t>• Flickering 방지: 경계선 근처 GPS 오차로 인한 중복 알림을 막기 위해 100m 완충존 및 30초 연속 이탈 검증 필터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E3A"/>
                </a:solidFill>
              </a:defRPr>
            </a:pPr>
            <a:r>
              <a:t>📱 MOB-FZONE 지오펜스 안전 영역 설정</a:t>
            </a:r>
          </a:p>
          <a:p>
            <a:br/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+---------------------------------------------+</a:t>
            </a:r>
            <a:br/>
            <a:r>
              <a:t>|  &lt; 안전 구역 세부 설정                      |</a:t>
            </a:r>
            <a:br/>
            <a:r>
              <a:t>+---------------------------------------------+</a:t>
            </a:r>
            <a:br/>
            <a:r>
              <a:t>|        [ KAKAO MAP RADIUS SELECT ]          |</a:t>
            </a:r>
            <a:br/>
            <a:r>
              <a:t>|                                             |</a:t>
            </a:r>
            <a:br/>
            <a:r>
              <a:t>|             (( 🔵 반투명 원형 설정 ))       |</a:t>
            </a:r>
            <a:br/>
            <a:r>
              <a:t>|                                             |</a:t>
            </a:r>
            <a:br/>
            <a:r>
              <a:t>+---------------------------------------------+</a:t>
            </a:r>
            <a:br/>
            <a:r>
              <a:t>|  구역 이름                                  |</a:t>
            </a:r>
            <a:br/>
            <a:r>
              <a:t>|  [ 마포 노인복지관                        ] |</a:t>
            </a:r>
            <a:br/>
            <a:r>
              <a:t>|                                             |</a:t>
            </a:r>
            <a:br/>
            <a:r>
              <a:t>|  안심 반경 조절 (100m ~ 5km)                |</a:t>
            </a:r>
            <a:br/>
            <a:r>
              <a:t>|  ---o---------------------------------------|</a:t>
            </a:r>
            <a:br/>
            <a:r>
              <a:t>|  선택 반경: 500 미터 (m)                     |</a:t>
            </a:r>
            <a:br/>
            <a:r>
              <a:t>|  +---------------------------------------+  |</a:t>
            </a:r>
            <a:br/>
            <a:r>
              <a:t>|  |           안 전 구 역  저 장          |  |</a:t>
            </a:r>
            <a:br/>
            <a:r>
              <a:t>|  +---------------------------------------+  |</a:t>
            </a:r>
            <a:br/>
            <a:r>
              <a:t>+---------------------------------------------+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5E3A"/>
          </a:solidFill>
          <a:ln>
            <a:solidFill>
              <a:srgbClr val="1E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SCR-010~012. PC용 관리자 통합 어드민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5E3A"/>
                </a:solidFill>
                <a:latin typeface="Malgun Gothic"/>
              </a:defRPr>
            </a:pPr>
            <a:r>
              <a:t>📋 회원/그룹 통합 관리 (SCR-010)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URL: /admin/groups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기능: 가입된 전체 가족 조직 명부 조회, 이름/번호 검색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어드민 테이블: 생성시간순, 구성원수 기준 실시간 소팅 필터링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명부 카드: 행 클릭 시 해당 그룹 부모님의 실시간 위치 수집 여부 및 세부 구성원의 권한 일괄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2588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5E3A"/>
                </a:solidFill>
                <a:latin typeface="Malgun Gothic"/>
              </a:defRPr>
            </a:pPr>
            <a:r>
              <a:t>📋 긴급 메시지 발송 (SCR-011)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URL: /admin/sms (또는 /alimtalk)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SMS/LMS 자동 변환: 메시지 바디 글자수(90자)에 따라 요금 구간 자동 식별 전환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카카오 알림톡 (F-025): 사전 등록 템플릿 변수 맵칭 후 비즈 채널 API 즉시 전송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배치 발송: 비동기 벌크 전송 성공률 실시간 로깅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32588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5E3A"/>
                </a:solidFill>
                <a:latin typeface="Malgun Gothic"/>
              </a:defRPr>
            </a:pPr>
            <a:r>
              <a:t>📋 통계 대시보드 (SCR-012)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URL: /admin/stats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주요 지표: 일일 고유 활성 사용자(DAU), SOS 누적 호출 횟수, 신규 그룹 개설 카드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추이 차트: 기간 필터를 반영한 꺾은선 추세 차트 출력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t>• CSV 엑셀 내보내기: 집계 원장을 엑셀 형식 파일로 즉시 클라이언트 다운로드 Blob 파싱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